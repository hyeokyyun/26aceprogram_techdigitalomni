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adiFit: AI Review Intelligence for adidas eCommerce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920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Name: Hyeoky Yun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370332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5A96"/>
                </a:solidFill>
                <a:latin typeface="Apple SD Gothic Neo"/>
              </a:defRPr>
            </a:pPr>
            <a:r>
              <a:t>1. WHAT YOU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고객 리뷰에서 사이즈, 착용감, 색상/디자인, 사용 용도, VOC 이슈를 구조화하는 AI 리뷰 분석 도구입니다. 소비자에게는 근거 기반 핏 조언을, 머천다이저에게는 PDP 개선 액션을 제공합니다.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914400"/>
            <a:ext cx="370332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241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A48"/>
                </a:solidFill>
                <a:latin typeface="Apple SD Gothic Neo"/>
              </a:defRPr>
            </a:pPr>
            <a:r>
              <a:t>2.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5331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Apple SD Gothic Neo"/>
              </a:defRPr>
            </a:pPr>
            <a:r>
              <a:t>Demo reviews → Gemini structured extraction → embeddings/RAG → Streamlit dashboard. 추가로 KMeans/PCA로 고객 사용 맥락 세그먼트를 분석합니다.</a:t>
            </a:r>
            <a:br/>
            <a:r>
              <a:t>Repo: https://github.com/HyeokyYun/26ACEProgram_TechDigitalOmni.git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914400"/>
            <a:ext cx="370332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024128"/>
            <a:ext cx="342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01C"/>
                </a:solidFill>
                <a:latin typeface="Apple SD Gothic Neo"/>
              </a:defRPr>
            </a:pPr>
            <a:r>
              <a:t>3. KEY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35331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24개 데모 리뷰, 3개 상품 분석. 사이즈 신호 정확도 95.8%, 테스트 질문 citation coverage 100%. Samba OG는 발볼/사이즈업 리스크 세그먼트로 분리되었습니다.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06040"/>
            <a:ext cx="557784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15768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Apple SD Gothic Neo"/>
              </a:defRPr>
            </a:pPr>
            <a:r>
              <a:t>4. KEY CHALLENGES &amp; HOW YOU SOLVED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449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LLM 환각과 근거 없는 사이즈 추천을 막기 위해 검색된 리뷰 안에서만 답하도록 제한하고 review_id 인용을 강제했습니다. 소량 데이터 한계는 직접 라벨링 gold set과 샘플 기반 검증으로 투명하게 표시했습니다.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06040"/>
            <a:ext cx="5577840" cy="1417320"/>
          </a:xfrm>
          <a:prstGeom prst="round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15768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pple SD Gothic Neo"/>
              </a:defRPr>
            </a:pPr>
            <a:r>
              <a:t>5. LIMITATIONS &amp;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449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00000"/>
                </a:solidFill>
                <a:latin typeface="Apple SD Gothic Neo"/>
              </a:defRPr>
            </a:pPr>
            <a:r>
              <a:t>현재는 직접 정의한 24개 데모 리뷰 기반입니다. 실제 운영에서는 대규모 first-party 리뷰, 반품/CS 데이터, 상품 카탈로그를 연결해 세그먼트 drift와 VOC spike를 추적할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Apple SD Gothic Neo"/>
              </a:defRPr>
            </a:pPr>
            <a:r>
              <a:t>Core demo flow: Fit Advisor → Merchandiser Dashboard → Product Comparison → Segment &amp; Trend →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
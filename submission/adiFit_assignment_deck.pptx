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adiFit: AI Review Intelligence for adidas eCommerce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920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Name: Hyeoky Yun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1. WHAT YOU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고객 리뷰에서 사이즈, 착용감, 색상/디자인, 사용 용도, VOC 이슈를 구조화하는 AI 리뷰 분석 도구입니다. 소비자에게는 근거 기반 핏 조언을, 머천다이저에게는 PDP 개선 액션을 제공합니다.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2.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Apple SD Gothic Neo"/>
              </a:defRPr>
            </a:pPr>
            <a:r>
              <a:t>Demo reviews → Gemini structured extraction → embeddings/RAG → Streamlit dashboard. 추가로 KMeans/PCA로 고객 사용 맥락 세그먼트를 분석합니다.</a:t>
            </a:r>
            <a:br/>
            <a:r>
              <a:t>Repo: https://github.com/HyeokyYun/26ACEProgram_TechDigitalOmni.git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3. KEY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24개 데모 리뷰, 3개 상품 분석. 사이즈 신호 정확도 95.8%, 테스트 질문 citation coverage 100%. Samba OG는 발볼/사이즈업 리스크 세그먼트로 분리되었습니다.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06040"/>
            <a:ext cx="557784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15768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pple SD Gothic Neo"/>
              </a:defRPr>
            </a:pPr>
            <a:r>
              <a:t>4. KEY CHALLENGES &amp; HOW YOU SOLVED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449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LLM 환각과 근거 없는 사이즈 추천을 막기 위해 검색된 리뷰 안에서만 답하도록 제한하고 review_id 인용을 강제했습니다. 소량 데이터 한계는 직접 라벨링 gold set과 샘플 기반 검증으로 투명하게 표시했습니다.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06040"/>
            <a:ext cx="557784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15768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pple SD Gothic Neo"/>
              </a:defRPr>
            </a:pPr>
            <a:r>
              <a:t>5. LIMITATIONS &amp;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449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현재는 직접 정의한 24개 데모 리뷰 기반입니다. 실제 운영에서는 대규모 first-party 리뷰, 반품/CS 데이터, 상품 카탈로그를 연결해 세그먼트 drift와 VOC spike를 추적할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Apple SD Gothic Neo"/>
              </a:defRPr>
            </a:pPr>
            <a:r>
              <a:t>Core demo flow: Fit Advisor → Merchandiser Dashboard → Product Comparison → Segment &amp; Trend →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Recorded Demo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3분 이내 영상은 이 슬라이드에 삽입하거나 별도 파일로 첨부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0:00 문제와 솔루션 소개</a:t>
            </a:r>
            <a:br/>
            <a:r>
              <a:t>0:20 앱 실행 및 데이터 범위</a:t>
            </a:r>
            <a:br/>
            <a:r>
              <a:t>0:40 핏 어드바이저 질문 입력</a:t>
            </a:r>
            <a:br/>
            <a:r>
              <a:t>1:20 머천다이저 VOC 대시보드</a:t>
            </a:r>
            <a:br/>
            <a:r>
              <a:t>1:55 상품 비교</a:t>
            </a:r>
            <a:br/>
            <a:r>
              <a:t>2:15 세그먼트 &amp; VOC 트렌드</a:t>
            </a:r>
            <a:br/>
            <a:r>
              <a:t>2:45 검증 탭</a:t>
            </a:r>
            <a:br/>
            <a:r>
              <a:t>3:00 마무리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pple SD Gothic Neo"/>
              </a:defRPr>
            </a:pPr>
            <a: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2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PPT 제출 전 여기에 녹화 영상을 삽입하거나, adiFit_demo.mp4를 별도 첨부하세요.</a:t>
            </a:r>
            <a:br/>
            <a:br/>
            <a:r>
              <a:t>추천 데모 질문:</a:t>
            </a:r>
            <a:br/>
            <a:r>
              <a:t>"평소 260 신고 발볼 넓은데 정사이즈로 사도 될까요?"</a:t>
            </a:r>
            <a:br/>
            <a:r>
              <a:t>상품: Samba 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Problem &amp; Topic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Assignment Topic 1: Consumer Review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상품 상세 페이지에는 리뷰가 많지만 사이즈, 착용감, 색상, 용도, 품질 이슈가 섞여 있어 소비자와 내부 담당자가 빠르게 이해하기 어렵습니다.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과제 요구사항의 고객 리뷰 분석을 선택하고, adidas footwear 도메인에 맞춰 fit/usage/VOC intelligence로 구체화했습니다.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핵심 기능은 실제 동작합니다. UI는 Streamlit으로 구현했고, LLM 추출·검색·집계·클러스터링 결과를 바로 시연할 수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846320" cy="100584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3898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pple SD Gothic Neo"/>
              </a:defRPr>
            </a:pPr>
            <a:r>
              <a:t>Consumer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719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정사이즈인지, 발볼이 맞는지, 어떤 용도에 적합한지 리뷰를 일일이 찾아야 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560320"/>
            <a:ext cx="4846320" cy="100584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670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Business 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999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핏 불만, 내구성, 배송/포장 이슈를 수동으로 읽고 분류해야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840480"/>
            <a:ext cx="4846320" cy="100584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95020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AI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79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리뷰를 구조화해 PDP 개선, 추천 메시지, CS/VOC 대응으로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One analysis engine, two user-facing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11480" cy="31089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560320" cy="15087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pple SD Gothic Neo"/>
              </a:defRPr>
            </a:pPr>
            <a:r>
              <a:t>Demo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24 curated adidas-style reviews</a:t>
            </a:r>
            <a:br/>
            <a:r>
              <a:t>3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411480" cy="31089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37360"/>
            <a:ext cx="2560320" cy="15087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470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LLM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76272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size, width, aspects,</a:t>
            </a:r>
            <a:br/>
            <a:r>
              <a:t>use case, comfort, VOC tags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11480" cy="31089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898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37360"/>
            <a:ext cx="2560320" cy="15087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Embedding/RAG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76272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Gemini embeddings</a:t>
            </a:r>
            <a:br/>
            <a:r>
              <a:t>cosine top-k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325880"/>
            <a:ext cx="411480" cy="31089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3898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737360"/>
            <a:ext cx="2560320" cy="15087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8470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pple SD Gothic Neo"/>
              </a:defRPr>
            </a:pPr>
            <a: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76272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fit advisor, dashboard,</a:t>
            </a:r>
            <a:br/>
            <a:r>
              <a:t>segments, trend,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pple SD Gothic Neo"/>
              </a:defRPr>
            </a:pPr>
            <a:r>
              <a:t>Core AI: Gemini structured output for review extraction and Gemini embeddings for retrieval.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pple SD Gothic Neo"/>
              </a:defRPr>
            </a:pPr>
            <a:r>
              <a:t>Engineering contract: Pydantic schemas keep extraction, aggregation, advisor, and UI consistent.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pple SD Gothic Neo"/>
              </a:defRPr>
            </a:pPr>
            <a:r>
              <a:t>Research layer: KMeans/PCA clustering and monthly tag aggregation expose usage segments and VOC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Structured Review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Reviews are converted into machine-readable product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44805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size_signal</a:t>
            </a:r>
            <a:br/>
            <a:r>
              <a:t>width_signal</a:t>
            </a:r>
            <a:br/>
            <a:r>
              <a:t>aspect sentiment</a:t>
            </a:r>
            <a:br/>
            <a:r>
              <a:t>use_cases</a:t>
            </a:r>
            <a:br/>
            <a:r>
              <a:t>comfort_tags</a:t>
            </a:r>
            <a:br/>
            <a:r>
              <a:t>design_color_tags</a:t>
            </a:r>
            <a:br/>
            <a:r>
              <a:t>customer_tags</a:t>
            </a:r>
            <a:br/>
            <a:r>
              <a:t>voc_issue_tags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474720" cy="44805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2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000000"/>
                </a:solidFill>
                <a:latin typeface="Apple SD Gothic Neo"/>
              </a:defRPr>
            </a:pPr>
            <a:r>
              <a:t>Review: "발볼 넓은 편이라 걱정했는데 255에서 260으로 한 치수 올리니 편해요."</a:t>
            </a:r>
            <a:br/>
            <a:br/>
            <a:r>
              <a:t>Extracted:</a:t>
            </a:r>
            <a:br/>
            <a:r>
              <a:t>- size: runs_small</a:t>
            </a:r>
            <a:br/>
            <a:r>
              <a:t>- width: wide</a:t>
            </a:r>
            <a:br/>
            <a:r>
              <a:t>- issue: fit_risk</a:t>
            </a:r>
            <a:br/>
            <a:r>
              <a:t>- customer: wide_feet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44168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2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Apple SD Gothic Neo"/>
              </a:defRPr>
            </a:pPr>
            <a:r>
              <a:t>단순 요약을 넘어 리뷰를 집계, 검색, 세그먼트 분석, 시계열 추적에 사용할 수 있는 구조화 데이터로 바꿉니다.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Consumer Fit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Grounded answer generation with cited review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434340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Demo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Apple SD Gothic Neo"/>
              </a:defRPr>
            </a:pPr>
            <a:r>
              <a:t>상품: Samba OG</a:t>
            </a:r>
            <a:br/>
            <a:r>
              <a:t>질문: "평소 260 신고 발볼 넓은데 정사이즈로 사도 될까요?"</a:t>
            </a:r>
            <a:br/>
            <a:br/>
            <a:r>
              <a:t>Expected answer:</a:t>
            </a:r>
            <a:br/>
            <a:r>
              <a:t>한 사이즈 업을 권장. 발볼 넓은 고객 리뷰에서 정사이즈 착용 시 조임/교환 이슈가 반복됨.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434340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441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73352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Apple SD Gothic Neo"/>
              </a:defRPr>
            </a:pPr>
            <a:r>
              <a:t>검색된 리뷰 근거 안에서만 답변</a:t>
            </a:r>
            <a:br/>
            <a:r>
              <a:t>review_id와 원문 인용을 citations로 표시</a:t>
            </a:r>
            <a:br/>
            <a:r>
              <a:t>근거 부족/상충 시 confidence를 낮추고 caveat 표시</a:t>
            </a:r>
            <a:br/>
            <a:r>
              <a:t>citation coverage를 실시간 계산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Merchandiser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VOC is translated into PDP and operations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pple SD Gothic Neo"/>
              </a:defRPr>
            </a:pPr>
            <a:r>
              <a:t>상품별 리뷰 수, 평균 평점, 사이즈/발볼 결론을 한눈에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pple SD Gothic Neo"/>
              </a:defRPr>
            </a:pPr>
            <a:r>
              <a:t>속성별 감성 차트와 사이즈 신호 분포로 고객 불만이 어디에 몰리는지 봅니다.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pple SD Gothic Neo"/>
              </a:defRPr>
            </a:pPr>
            <a:r>
              <a:t>VOC → Action 규칙으로 PDP 문구, 대체 모델 추천, 포장/배송 점검 같은 실행 제안을 생성합니다.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29200" cy="10972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3441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pple SD Gothic Neo"/>
              </a:defRPr>
            </a:pPr>
            <a:r>
              <a:t>Example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733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Samba OG: PDP 사이즈 영역에 '정사이즈보다 반 치수 크게' 안내 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06040"/>
            <a:ext cx="5029200" cy="10972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7157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Expected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449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사이즈 미스매치 교환·반품 감소, 구매 전 의사결정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977639"/>
            <a:ext cx="5029200" cy="10972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0873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165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Apple SD Gothic Neo"/>
              </a:defRPr>
            </a:pPr>
            <a:r>
              <a:t>상품별 VOC 리포트를 Markdown으로 다운로드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Research Strength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Clustering + time-series view for usage segments and VOC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Usage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Comfort-driven Buyers</a:t>
            </a:r>
            <a:br/>
            <a:r>
              <a:t>Wide-foot Fit Risk</a:t>
            </a:r>
            <a:br/>
            <a:r>
              <a:t>Performance Runners</a:t>
            </a:r>
            <a:br/>
            <a:r>
              <a:t>Post-purchase VOC Risk</a:t>
            </a:r>
            <a:br/>
            <a:r>
              <a:t>Mixed Review 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7335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pple SD Gothic Neo"/>
              </a:defRPr>
            </a:pPr>
            <a:r>
              <a:t>Review embeddings are clustered with KMeans and projected with PCA. LLM tags explain each cluster in human-readable business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Time-series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7335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pple SD Gothic Neo"/>
              </a:defRPr>
            </a:pPr>
            <a:r>
              <a:t>Monthly tag aggregation tracks fit risk, durability, delivery/packaging, price resistance, and comfort complaints. At scale, this becomes VOC spike/drift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Measured reliability, not just a polished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434340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00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Gold set: 24 manually labeled reviews</a:t>
            </a:r>
            <a:br/>
            <a:r>
              <a:t>Metric: size_signal accuracy</a:t>
            </a:r>
            <a:br/>
            <a:r>
              <a:t>Result: 95.8%</a:t>
            </a:r>
            <a:br/>
            <a:r>
              <a:t>Mismatch: 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74720" cy="434340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2"/>
            <a:ext cx="3200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pple SD Gothic Neo"/>
              </a:defRPr>
            </a:pPr>
            <a:r>
              <a:t>Advisor responses cite review_ids.</a:t>
            </a:r>
            <a:br/>
            <a:r>
              <a:t>Tested advisor cases showed citation coverage 100%.</a:t>
            </a:r>
            <a:br/>
            <a:r>
              <a:t>This is grounding coverage, not full factuality.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474720" cy="434340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Demo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2"/>
            <a:ext cx="3200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pple SD Gothic Neo"/>
              </a:defRPr>
            </a:pPr>
            <a:r>
              <a:t>24 curated reviews are enough to prove the working pipeline. Statistical significance and drift detection require larger first-party review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What is real now, and what scales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Current data is manually curated demo data, not live adidas production data.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Current evaluation focuses on size signal accuracy and citation coverage; full factuality and business impact need larger test sets.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Next: connect first-party reviews, return/CS/VOC data, product catalog, inventory, and real PDP event data.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Next: monitor segment drift and VOC spike over time, then trigger PDP copy changes or CS alerts.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pple SD Gothic Neo"/>
              </a:defRPr>
            </a:pPr>
            <a:r>
              <a:t>Next: multilingual support for global eCommerce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ple SD Gothic Neo"/>
              </a:defRPr>
            </a:pPr>
            <a:r>
              <a:t>Portfolio / Relevant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46464"/>
                </a:solidFill>
                <a:latin typeface="Apple SD Gothic Neo"/>
              </a:defRPr>
            </a:pPr>
            <a:r>
              <a:t>Why this implementation reflects the role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AI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LLM structured output</a:t>
            </a:r>
            <a:br/>
            <a:r>
              <a:t>RAG with grounding</a:t>
            </a:r>
            <a:br/>
            <a:r>
              <a:t>Pydantic contracts</a:t>
            </a:r>
            <a:br/>
            <a:r>
              <a:t>Streamlit demo app</a:t>
            </a:r>
            <a:br/>
            <a:r>
              <a:t>Evaluation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Research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73352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Time-series analysis</a:t>
            </a:r>
            <a:br/>
            <a:r>
              <a:t>Clustering/segmentation</a:t>
            </a:r>
            <a:br/>
            <a:r>
              <a:t>Pattern detection</a:t>
            </a:r>
            <a:br/>
            <a:r>
              <a:t>VOC trend monitoring</a:t>
            </a:r>
            <a:br/>
            <a:r>
              <a:t>Data-driven interpretation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441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Business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73352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pple SD Gothic Neo"/>
              </a:defRPr>
            </a:pPr>
            <a:r>
              <a:t>PDP action recommendations</a:t>
            </a:r>
            <a:br/>
            <a:r>
              <a:t>Return-risk framing</a:t>
            </a:r>
            <a:br/>
            <a:r>
              <a:t>Consumer decision support</a:t>
            </a:r>
            <a:br/>
            <a:r>
              <a:t>Merchandiser dashboard</a:t>
            </a:r>
            <a:br/>
            <a:r>
              <a:t>Clear limitations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